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Century Gothic" panose="020B0502020202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9FB1BE65-A3DE-634E-B722-1D3746B94482}">
          <p14:sldIdLst/>
        </p14:section>
        <p14:section name="P1" id="{5008F7F2-0EEA-EE44-A5F0-43CFC8675B56}">
          <p14:sldIdLst>
            <p14:sldId id="256"/>
          </p14:sldIdLst>
        </p14:section>
        <p14:section name="P2" id="{3D5B7F1F-76D5-E241-8A18-FDA35D02E5C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h1mizha5M+5uYFNkSa5zAToh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76B"/>
    <a:srgbClr val="D22730"/>
    <a:srgbClr val="243040"/>
    <a:srgbClr val="0E3259"/>
    <a:srgbClr val="272F40"/>
    <a:srgbClr val="F3EFE9"/>
    <a:srgbClr val="940001"/>
    <a:srgbClr val="F07724"/>
    <a:srgbClr val="EFE9E9"/>
    <a:srgbClr val="091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83576E-B78F-4E47-94DB-C047AFD69CF3}">
  <a:tblStyle styleId="{0083576E-B78F-4E47-94DB-C047AFD69C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762"/>
  </p:normalViewPr>
  <p:slideViewPr>
    <p:cSldViewPr snapToGrid="0">
      <p:cViewPr varScale="1">
        <p:scale>
          <a:sx n="121" d="100"/>
          <a:sy n="121" d="100"/>
        </p:scale>
        <p:origin x="456" y="176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42" Type="http://customschemas.google.com/relationships/presentationmetadata" Target="metadata"/><Relationship Id="rId7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CF82C67-F342-33A1-8114-F50D7AF490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D2ADEBD-384F-FF08-496C-7F070225DD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57E89-0AC4-D147-8412-9504A63B36A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48CD3C-DA5D-0735-829E-22995F6DDF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0124F6-C66D-8B07-AC65-F5E283148C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41C51-C735-5147-ADD7-C6AAB1D897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934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4FF7-B12B-0192-198B-1E7BB0CA0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37ACA-0038-6185-0E58-538D4C307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355E-4DF2-ADA0-767C-73A6BD898B3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B02C0-E428-7742-E49A-EE0822306E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FERRAH Mancef</a:t>
            </a: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187609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" name="Google Shape;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75757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FERRAH Mancef</a:t>
            </a:r>
            <a:endParaRPr lang="fr-FR" b="0" dirty="0"/>
          </a:p>
        </p:txBody>
      </p:sp>
      <p:pic>
        <p:nvPicPr>
          <p:cNvPr id="1026" name="Picture 2" descr="Université Paris 1 Panthéon-Sorbonne - Visual Identity ...">
            <a:extLst>
              <a:ext uri="{FF2B5EF4-FFF2-40B4-BE49-F238E27FC236}">
                <a16:creationId xmlns:a16="http://schemas.microsoft.com/office/drawing/2014/main" id="{034D9722-5502-B5F0-12FC-5262CEF3EBB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0" b="25397"/>
          <a:stretch>
            <a:fillRect/>
          </a:stretch>
        </p:blipFill>
        <p:spPr bwMode="auto">
          <a:xfrm>
            <a:off x="0" y="0"/>
            <a:ext cx="2024600" cy="6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F771B9-5D6A-A8BE-9F26-5E99BA444C4A}"/>
              </a:ext>
            </a:extLst>
          </p:cNvPr>
          <p:cNvSpPr/>
          <p:nvPr userDrawn="1"/>
        </p:nvSpPr>
        <p:spPr>
          <a:xfrm>
            <a:off x="1994782" y="1"/>
            <a:ext cx="10197217" cy="636104"/>
          </a:xfrm>
          <a:prstGeom prst="rect">
            <a:avLst/>
          </a:prstGeom>
          <a:solidFill>
            <a:srgbClr val="1237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60DB88-4516-8752-FA78-D87033F8AB05}"/>
              </a:ext>
            </a:extLst>
          </p:cNvPr>
          <p:cNvCxnSpPr/>
          <p:nvPr userDrawn="1"/>
        </p:nvCxnSpPr>
        <p:spPr>
          <a:xfrm>
            <a:off x="356152" y="6356350"/>
            <a:ext cx="1147969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130355-FF89-CEFE-EF31-32EB99281522}"/>
              </a:ext>
            </a:extLst>
          </p:cNvPr>
          <p:cNvSpPr txBox="1"/>
          <p:nvPr userDrawn="1"/>
        </p:nvSpPr>
        <p:spPr>
          <a:xfrm>
            <a:off x="10010195" y="164162"/>
            <a:ext cx="2153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b="0" dirty="0">
                <a:solidFill>
                  <a:schemeClr val="bg1"/>
                </a:solidFill>
                <a:latin typeface="Century Gothic" panose="020B0502020202020204" pitchFamily="34" charset="0"/>
                <a:cs typeface="Arial Hebrew" pitchFamily="2" charset="-79"/>
              </a:rPr>
              <a:t>Analyse de Portefeuille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08A17D-37B0-FD7E-7463-124E196023F2}"/>
              </a:ext>
            </a:extLst>
          </p:cNvPr>
          <p:cNvCxnSpPr/>
          <p:nvPr userDrawn="1"/>
        </p:nvCxnSpPr>
        <p:spPr>
          <a:xfrm>
            <a:off x="9982200" y="-1"/>
            <a:ext cx="0" cy="6361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E62A-69BD-55BF-D034-20096F94D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67E60-7D9A-B5C5-ECD0-78C53722C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9364-B2F1-1D24-1683-1E2CE4F070D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1661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25201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Mancef FERRAH</dc:creator>
  <cp:lastModifiedBy>Mancef FERRAH</cp:lastModifiedBy>
  <cp:revision>53</cp:revision>
  <dcterms:created xsi:type="dcterms:W3CDTF">2025-06-03T09:17:48Z</dcterms:created>
  <dcterms:modified xsi:type="dcterms:W3CDTF">2026-04-07T09:34:49Z</dcterms:modified>
</cp:coreProperties>
</file>